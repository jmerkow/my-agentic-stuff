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AFBB-92ED-98F2-9202-1894F5517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3F5A7-A86C-75CB-27F1-8F5F315CD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71864-F956-03A7-E958-108CB0BB7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D6501-805C-4F76-AA6A-6A36CCEF16B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3F690-571D-8E10-ABE6-9F5DA230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70A4F-C661-A944-05A1-C68271F4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5DB1-1E46-46A3-A017-0636B9C8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9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D24D4-56D9-B10D-0CA8-62D0AC248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B14D5-A670-F508-BCF5-4D6937650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9DBFA-507B-0696-74DF-6A3ED025F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D6501-805C-4F76-AA6A-6A36CCEF16B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307D7-16C1-A85E-8901-1E82DB19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365D2-4A2E-0382-830E-2F67B7BD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5DB1-1E46-46A3-A017-0636B9C8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31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A3AE-BDAA-E68C-2FE5-3DB972B0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4AE92-05EC-7DE1-76FA-8339EF0E2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C523A-7D6E-13C3-142C-3C2A6645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D6501-805C-4F76-AA6A-6A36CCEF16B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165FA-9720-E1CE-3F3F-0FDE335A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6D831-A540-6AFA-F58A-1C0B9066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5DB1-1E46-46A3-A017-0636B9C8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44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42D-DE78-46BC-240E-4A9A810E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67F5B-DF8C-2379-09DD-B0C1CEE8E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FFDDA7-AF98-0C37-5757-3FCEDAAE9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B788F-3121-B6D2-09CE-E7951837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D6501-805C-4F76-AA6A-6A36CCEF16B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EDE41-A1CA-D8EF-6BA0-AA786AB1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FBFF9-1B5D-2500-4395-EB6BD44A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5DB1-1E46-46A3-A017-0636B9C8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4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9B0C-F9B2-1DA8-B53C-8483D5009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5EB74-4A01-02E6-C432-0CF496E37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91B1E-FAB6-7A9A-A089-27185EF3A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E81AB-35F2-A0F4-FB51-F889F702A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1BDDAA-0F63-D4DF-C7C2-7E8E70CF1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8223A5-7CA9-5F55-0C02-BF79A068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D6501-805C-4F76-AA6A-6A36CCEF16B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0F455-2DCF-CF2A-C845-D2FE5766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92BAA-2570-CCC4-848F-64559464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5DB1-1E46-46A3-A017-0636B9C8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62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3B34C-8C02-D1C0-0024-5AE65E12A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A34A8-86B6-5890-91EC-EEA32C8B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D6501-805C-4F76-AA6A-6A36CCEF16B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BB568-EEDA-F752-8F5F-078998DC6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79777-E27A-652D-4E20-0462B035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5DB1-1E46-46A3-A017-0636B9C8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4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AC5C67-516E-7989-B26A-3304DEE0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D6501-805C-4F76-AA6A-6A36CCEF16B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74467-DA50-C667-D562-583A2997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67870-3D20-CD16-FE22-F8F66D8F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5DB1-1E46-46A3-A017-0636B9C8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6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8EC8-C8C6-F655-6EB5-EC708E998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23119-2C21-E45A-DC2A-DDBE6E98B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99563-0C02-EC7C-2DB8-828D93E28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6D343-9E7C-A093-7C1F-2DD237A6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D6501-805C-4F76-AA6A-6A36CCEF16B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46B77-07AE-454E-E856-18B21669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C6025-7C1E-435C-8A82-C743ACD2C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5DB1-1E46-46A3-A017-0636B9C8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3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F7B90-CD90-02D4-F0D1-2BF740F1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E81169-8285-68A3-A970-C4407B13F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44F2D-F2AB-6AB1-ECAD-E118D220D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EC0B8-85F6-1461-7601-66C785AA9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D6501-805C-4F76-AA6A-6A36CCEF16B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747F7-FC90-987E-3B6D-42F4E07C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FB370-454A-C8A2-D6ED-83B209F3F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5DB1-1E46-46A3-A017-0636B9C8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7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CAD5-21F2-EDC3-F7FC-CA1B2D39C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A6852-CB64-0BB2-913E-0772A6776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11183-1321-246E-A766-81DC7815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D6501-805C-4F76-AA6A-6A36CCEF16B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B9B02-9F00-6066-BB34-21640650E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A5B61-2349-4DA7-FA9C-07075E55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5DB1-1E46-46A3-A017-0636B9C8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1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63A3A0-560D-DE4A-6C64-B98BE799C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DB634-0635-B55C-AA3D-B79BF7F12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303E9-DC06-DC00-9F1F-73443417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D6501-805C-4F76-AA6A-6A36CCEF16B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59C0B-4DBD-950D-D558-6F820BF4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70ED2-61FB-A1C7-A881-4A939CF7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5DB1-1E46-46A3-A017-0636B9C8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9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B034C-59C8-50DB-9F0C-7163C1DC0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1C686-1870-C25C-5A4E-8CCB4F9AA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E2CE2-F484-5838-1A8E-14F5547A2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BD6501-805C-4F76-AA6A-6A36CCEF16B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CACFE-8D3A-C8C3-1CA1-E1A1A661D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8AE77-A6AB-9160-96FD-C61782864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AE5DB1-1E46-46A3-A017-0636B9C8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4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F7D6-7A34-2956-FC3B-DFE5DD8DA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42FF7-02CC-9116-4441-B68558235E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2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raphic 59">
            <a:extLst>
              <a:ext uri="{FF2B5EF4-FFF2-40B4-BE49-F238E27FC236}">
                <a16:creationId xmlns:a16="http://schemas.microsoft.com/office/drawing/2014/main" id="{DB6C847F-72C6-751E-4C14-22E14B0122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72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Jameson Merkow</dc:creator>
  <cp:lastModifiedBy>Jameson Merkow</cp:lastModifiedBy>
  <cp:revision>1</cp:revision>
  <dcterms:created xsi:type="dcterms:W3CDTF">2026-06-02T17:28:52Z</dcterms:created>
  <dcterms:modified xsi:type="dcterms:W3CDTF">2026-06-02T21:23:57Z</dcterms:modified>
</cp:coreProperties>
</file>